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FEEFD"/>
    <a:srgbClr val="D2EDFD"/>
    <a:srgbClr val="173E63"/>
    <a:srgbClr val="D40F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32"/>
    <p:restoredTop sz="94698"/>
  </p:normalViewPr>
  <p:slideViewPr>
    <p:cSldViewPr snapToGrid="0">
      <p:cViewPr varScale="1">
        <p:scale>
          <a:sx n="111" d="100"/>
          <a:sy n="111" d="100"/>
        </p:scale>
        <p:origin x="56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C4774-AFCA-86B2-E13B-2742EED7B3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53BC0-4932-DDE6-6B13-87057C8760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386B3-7A63-D21E-6D19-E6A84D48F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3079C-DAE2-974F-908D-B07B6387EF81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A39DE6-4327-75E2-D1BE-54325FAC1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7FE93-B45F-DAD7-7BFE-4BB3127A3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E8695-EF11-5D49-A58F-C71E4B8CB4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0545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E2E76-DBDF-DECE-B21A-2A103B024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B0FCD-EBF8-879B-440D-405C8215A3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8B99A-D8BC-559C-A45F-3EE11C195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3079C-DAE2-974F-908D-B07B6387EF81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130B1-FC35-CA96-6968-B58B62755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84B54-41C0-E583-AD1E-01A2391F7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E8695-EF11-5D49-A58F-C71E4B8CB4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23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4EE9A-9890-FC77-899C-02E69D9BA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6DD1F3-E867-5B88-8188-EC0EDCD041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200AF-3632-E201-6931-E67072BE4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3079C-DAE2-974F-908D-B07B6387EF81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B91D2-4004-8003-97BA-133B7E879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1CC7C-1682-0ECD-A41B-412406330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E8695-EF11-5D49-A58F-C71E4B8CB4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414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B14B7-637F-6247-87E0-704248D46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9FD98-46C7-4554-DE2D-50C22E9401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AED6FE-ED09-7731-4DED-BC176B1467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58014D-B1D5-FB13-BE32-63C5C1712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3079C-DAE2-974F-908D-B07B6387EF81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E2CCCD-8BE8-48E8-C8C6-0DD57D947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0D6140-87EE-C72E-4121-8C5F89E40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E8695-EF11-5D49-A58F-C71E4B8CB4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8784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1A9B7-B616-167A-10DE-76A3A4D5F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CEEEA-0D12-4120-AF14-E540569AD0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B1409E-B52E-B35D-9D5A-4E4033E159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195F26-3993-EFEB-368C-58D87ECE79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911E76-0D62-A2A5-6D07-F152E57CF4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57A8CA-3C72-93D3-4779-B13A3457D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3079C-DAE2-974F-908D-B07B6387EF81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F88830-3201-10A4-958C-3B4853793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3BA945-E615-3486-C1AC-99E87E78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E8695-EF11-5D49-A58F-C71E4B8CB4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3751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CCEAE-2DE3-89E1-6F53-290AB3674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20E07E-E688-9096-CF1C-5D4ACB110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3079C-DAE2-974F-908D-B07B6387EF81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4683A9-D433-3594-FD59-09243E39B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56F3FB-9E51-41F1-D36C-BA1A93680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E8695-EF11-5D49-A58F-C71E4B8CB4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9282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A9E7CC-ECD2-C69E-A89E-E8DB00DB8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3079C-DAE2-974F-908D-B07B6387EF81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757216-5248-ADEC-E1F4-3297D1BBA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2B74AB-C884-441E-E4AC-B9361EABD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E8695-EF11-5D49-A58F-C71E4B8CB4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4521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E4AC7-EE23-7865-9A65-7ABA6F7C6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C5779-0F8E-D36B-2593-7006AF2BC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B8F106-A94F-734D-302A-C8AEC23CC2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7E9714-010A-A139-D720-644331851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3079C-DAE2-974F-908D-B07B6387EF81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D9C470-3B81-E49B-1092-C745CFA94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690510-A4CC-DE13-D596-D3836E8E1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E8695-EF11-5D49-A58F-C71E4B8CB4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077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703DD-64DB-CF75-9D82-59A79D9D2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F8C913-ABF7-41D5-04E7-AD45AF050C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018733-B33B-055D-0A2F-F5B8F3A4B4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8A3E07-7471-77E6-6F1B-E020DA53E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3079C-DAE2-974F-908D-B07B6387EF81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745CFB-A0E4-428D-47F4-974ACE80D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7A6BDA-6F51-74CA-1463-694B981DB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E8695-EF11-5D49-A58F-C71E4B8CB4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178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C41E6-DD6B-6B1B-1CDB-11EAF310F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905A76-4A56-8830-181F-E5FDE0166A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A46F9F-FB7B-42BF-F1A9-5F539E7A0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3079C-DAE2-974F-908D-B07B6387EF81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80D9A-BF8B-96E3-A19D-D38D8C42C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6014CA-4DAE-DF66-F0C6-16D96108E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E8695-EF11-5D49-A58F-C71E4B8CB4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4153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58C55F-7FF1-FBEB-8884-D2AB248B75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DD4B33-0CA9-A634-1038-16807262EA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107997-BB6B-A26A-5F5D-DCE84CB92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3079C-DAE2-974F-908D-B07B6387EF81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028BFA-0875-A34B-FA0E-54EEB7E34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867D3-3DC8-2816-7618-B096D7C03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E8695-EF11-5D49-A58F-C71E4B8CB4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0749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34F588-7C93-8ABF-F077-A88B0066C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5620F9-DD70-21D8-EB78-AF0097D9E8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505BEA-5167-1455-6E55-444CBD6A62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03079C-DAE2-974F-908D-B07B6387EF81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541169-3047-0669-F60A-23BEDE3E29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6182D7-DAAE-041B-8A4A-3FB1D3002E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E8695-EF11-5D49-A58F-C71E4B8CB4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5585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DEB6A9B-47D4-67EF-FCC5-BA74E5F8DE57}"/>
              </a:ext>
            </a:extLst>
          </p:cNvPr>
          <p:cNvSpPr txBox="1"/>
          <p:nvPr/>
        </p:nvSpPr>
        <p:spPr>
          <a:xfrm>
            <a:off x="1109522" y="668920"/>
            <a:ext cx="10483068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600" b="1" dirty="0">
                <a:solidFill>
                  <a:srgbClr val="FF0000"/>
                </a:solidFill>
                <a:latin typeface="Georgia" panose="02040502050405020303" pitchFamily="18" charset="0"/>
              </a:rPr>
              <a:t>Header – Georgia Bold</a:t>
            </a:r>
          </a:p>
          <a:p>
            <a:pPr algn="ctr"/>
            <a:r>
              <a:rPr lang="en-GB" sz="4000" dirty="0">
                <a:solidFill>
                  <a:srgbClr val="FF0000"/>
                </a:solidFill>
                <a:latin typeface="Georgia" panose="02040502050405020303" pitchFamily="18" charset="0"/>
              </a:rPr>
              <a:t>Sub-Heading - Georgia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D5CCA0-F18C-18FA-6EA9-E9E78C86B4D2}"/>
              </a:ext>
            </a:extLst>
          </p:cNvPr>
          <p:cNvSpPr txBox="1"/>
          <p:nvPr/>
        </p:nvSpPr>
        <p:spPr>
          <a:xfrm>
            <a:off x="2037471" y="2505670"/>
            <a:ext cx="8117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accent5">
                    <a:lumMod val="50000"/>
                  </a:schemeClr>
                </a:solidFill>
                <a:latin typeface="Gill Sans MT" panose="020B0502020104020203" pitchFamily="34" charset="77"/>
              </a:rPr>
              <a:t>Text – Gill Sans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1FBB41-0517-1887-A5EE-E01278FB2358}"/>
              </a:ext>
            </a:extLst>
          </p:cNvPr>
          <p:cNvSpPr/>
          <p:nvPr/>
        </p:nvSpPr>
        <p:spPr>
          <a:xfrm>
            <a:off x="2455692" y="3426938"/>
            <a:ext cx="2175724" cy="1922302"/>
          </a:xfrm>
          <a:prstGeom prst="rect">
            <a:avLst/>
          </a:prstGeom>
          <a:solidFill>
            <a:srgbClr val="DFEE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173E63"/>
                </a:solidFill>
                <a:latin typeface="Gill Sans MT" panose="020B0502020104020203" pitchFamily="34" charset="77"/>
              </a:rPr>
              <a:t>#DFEEFD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236B13-2B3B-CB5A-09D7-C22EF4492C83}"/>
              </a:ext>
            </a:extLst>
          </p:cNvPr>
          <p:cNvSpPr/>
          <p:nvPr/>
        </p:nvSpPr>
        <p:spPr>
          <a:xfrm>
            <a:off x="5008138" y="3426938"/>
            <a:ext cx="2175724" cy="1922302"/>
          </a:xfrm>
          <a:prstGeom prst="rect">
            <a:avLst/>
          </a:prstGeom>
          <a:solidFill>
            <a:srgbClr val="D40F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D2EDFD"/>
                </a:solidFill>
                <a:latin typeface="Gill Sans MT" panose="020B0502020104020203" pitchFamily="34" charset="77"/>
              </a:rPr>
              <a:t>#D40F2D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480040-614A-ABCC-583C-7DA3BDB49623}"/>
              </a:ext>
            </a:extLst>
          </p:cNvPr>
          <p:cNvSpPr/>
          <p:nvPr/>
        </p:nvSpPr>
        <p:spPr>
          <a:xfrm>
            <a:off x="7560584" y="3426938"/>
            <a:ext cx="2175724" cy="1922302"/>
          </a:xfrm>
          <a:prstGeom prst="rect">
            <a:avLst/>
          </a:prstGeom>
          <a:solidFill>
            <a:srgbClr val="173E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D2EDFD"/>
                </a:solidFill>
                <a:latin typeface="Gill Sans MT" panose="020B0502020104020203" pitchFamily="34" charset="77"/>
              </a:rPr>
              <a:t>#173E63</a:t>
            </a:r>
          </a:p>
        </p:txBody>
      </p:sp>
    </p:spTree>
    <p:extLst>
      <p:ext uri="{BB962C8B-B14F-4D97-AF65-F5344CB8AC3E}">
        <p14:creationId xmlns:p14="http://schemas.microsoft.com/office/powerpoint/2010/main" val="19378868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37AE135-582E-CB0B-EBF1-4BC71D21F17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FEE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173E63"/>
              </a:solidFill>
              <a:latin typeface="Gill Sans MT" panose="020B0502020104020203" pitchFamily="34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5F7DEA-608C-A3DE-73A3-907A668788C7}"/>
              </a:ext>
            </a:extLst>
          </p:cNvPr>
          <p:cNvSpPr txBox="1"/>
          <p:nvPr/>
        </p:nvSpPr>
        <p:spPr>
          <a:xfrm>
            <a:off x="3047048" y="1026133"/>
            <a:ext cx="6097904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5400" b="1" dirty="0">
                <a:solidFill>
                  <a:srgbClr val="FF0000"/>
                </a:solidFill>
                <a:latin typeface="Georgia" panose="02040502050405020303" pitchFamily="18" charset="0"/>
              </a:rPr>
              <a:t>Sonam Choden</a:t>
            </a:r>
          </a:p>
          <a:p>
            <a:pPr algn="ctr"/>
            <a:r>
              <a:rPr lang="en-GB" sz="3200" dirty="0">
                <a:solidFill>
                  <a:srgbClr val="FF0000"/>
                </a:solidFill>
                <a:latin typeface="Georgia" panose="02040502050405020303" pitchFamily="18" charset="0"/>
              </a:rPr>
              <a:t>Data Engineer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B8F683-A8B2-1ADC-3EB5-F8EE3B682B38}"/>
              </a:ext>
            </a:extLst>
          </p:cNvPr>
          <p:cNvSpPr txBox="1"/>
          <p:nvPr/>
        </p:nvSpPr>
        <p:spPr>
          <a:xfrm>
            <a:off x="2037471" y="2928580"/>
            <a:ext cx="81170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accent5">
                    <a:lumMod val="50000"/>
                  </a:schemeClr>
                </a:solidFill>
                <a:latin typeface="Gill Sans MT" panose="020B0502020104020203" pitchFamily="34" charset="77"/>
              </a:rPr>
              <a:t>This is an about me section. I am Sonam. I am 23 years old. I live in Harringay. I work at Kubrick. I am a Data Engineer by Profession. Etc. Etc. Etc. </a:t>
            </a:r>
          </a:p>
        </p:txBody>
      </p:sp>
    </p:spTree>
    <p:extLst>
      <p:ext uri="{BB962C8B-B14F-4D97-AF65-F5344CB8AC3E}">
        <p14:creationId xmlns:p14="http://schemas.microsoft.com/office/powerpoint/2010/main" val="1174097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</TotalTime>
  <Words>62</Words>
  <Application>Microsoft Macintosh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Georgia</vt:lpstr>
      <vt:lpstr>Gill Sans MT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Sonam Choden</dc:creator>
  <cp:lastModifiedBy>Sonam Choden</cp:lastModifiedBy>
  <cp:revision>2</cp:revision>
  <dcterms:created xsi:type="dcterms:W3CDTF">2026-05-16T14:03:24Z</dcterms:created>
  <dcterms:modified xsi:type="dcterms:W3CDTF">2026-05-18T11:28:57Z</dcterms:modified>
</cp:coreProperties>
</file>